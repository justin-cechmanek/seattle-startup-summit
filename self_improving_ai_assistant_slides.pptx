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 Self-Improving 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long-term memory to your AI apps in 25 minutes</a:t>
            </a:r>
          </a:p>
          <a:p>
            <a:pPr/>
            <a:r>
              <a:t>Powered by Redis + Agent Memory Server</a:t>
            </a:r>
          </a:p>
          <a:p>
            <a:pPr/>
            <a:r>
              <a:t>Seattle Startup Summit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AI Amnesia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assistants forget everything between conversations</a:t>
            </a:r>
          </a:p>
          <a:p>
            <a:pPr/>
            <a:r>
              <a:t>No personalization over time</a:t>
            </a:r>
          </a:p>
          <a:p>
            <a:pPr/>
            <a:r>
              <a:t>Poor user experience for real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Assistant that learns from conversations</a:t>
            </a:r>
          </a:p>
          <a:p>
            <a:pPr/>
            <a:r>
              <a:t>Extracts facts automatically</a:t>
            </a:r>
          </a:p>
          <a:p>
            <a:pPr/>
            <a:r>
              <a:t>Stores them as memory</a:t>
            </a:r>
          </a:p>
          <a:p>
            <a:pPr/>
            <a:r>
              <a:t>Uses memory in future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Extract facts → Agent Memory Server</a:t>
            </a:r>
          </a:p>
          <a:p>
            <a:pPr/>
            <a:r>
              <a:t>Stored in Redis (long-term memory)</a:t>
            </a:r>
          </a:p>
          <a:p>
            <a:pPr/>
            <a:r>
              <a:t>Retrieve relevant memories at query time</a:t>
            </a:r>
          </a:p>
          <a:p>
            <a:pPr/>
            <a:r>
              <a:t>Inject into LLM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Extract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natural language into structured data</a:t>
            </a:r>
          </a:p>
          <a:p>
            <a:pPr/>
            <a:r>
              <a:t>Example: 'I prefer morning meetings'</a:t>
            </a:r>
          </a:p>
          <a:p>
            <a:pPr/>
            <a:r>
              <a:t>→ prefers_meetings_at = morning</a:t>
            </a:r>
          </a:p>
          <a:p>
            <a:pPr/>
            <a:r>
              <a:t>Use LLM or simple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Store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extracted facts to Agent Memory Server</a:t>
            </a:r>
          </a:p>
          <a:p>
            <a:pPr/>
            <a:r>
              <a:t>Stored as semantic memories in Redis</a:t>
            </a:r>
          </a:p>
          <a:p>
            <a:pPr/>
            <a:r>
              <a:t>Each memory is searchable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Retrieve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Redis using semantic search</a:t>
            </a:r>
          </a:p>
          <a:p>
            <a:pPr/>
            <a:r>
              <a:t>Find relevant past facts</a:t>
            </a:r>
          </a:p>
          <a:p>
            <a:pPr/>
            <a:r>
              <a:t>Example: meeting preference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Improve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memories into prompt</a:t>
            </a:r>
          </a:p>
          <a:p>
            <a:pPr/>
            <a:r>
              <a:t>Assistant uses context automatically</a:t>
            </a:r>
          </a:p>
          <a:p>
            <a:pPr/>
            <a:r>
              <a:t>Feels personalized and consistent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'I love hiking and prefer mornings'</a:t>
            </a:r>
          </a:p>
          <a:p>
            <a:pPr/>
            <a:r>
              <a:t>Later: 'Schedule a meeting'</a:t>
            </a:r>
          </a:p>
          <a:p>
            <a:pPr/>
            <a:r>
              <a:t>Assistant uses stored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 is critical for real AI apps</a:t>
            </a:r>
          </a:p>
          <a:p>
            <a:pPr/>
            <a:r>
              <a:t>Redis enables fast, scalable memory</a:t>
            </a:r>
          </a:p>
          <a:p>
            <a:pPr/>
            <a:r>
              <a:t>Agent Memory Server simplifies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multi-user support</a:t>
            </a:r>
          </a:p>
          <a:p>
            <a:pPr/>
            <a:r>
              <a:t>Improve extraction quality</a:t>
            </a:r>
          </a:p>
          <a:p>
            <a:pPr/>
            <a:r>
              <a:t>Build UI for memory inspection</a:t>
            </a:r>
          </a:p>
          <a:p>
            <a:pPr/>
            <a:r>
              <a:t>Integrate with your production apps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 (workshop code)</a:t>
            </a:r>
          </a:p>
          <a:p>
            <a:pPr/>
            <a:r>
              <a:t>Redis + RedisVL docs</a:t>
            </a:r>
          </a:p>
          <a:p>
            <a:pPr/>
            <a:r>
              <a:t>Agent Memory Server</a:t>
            </a:r>
          </a:p>
          <a:p>
            <a:pPr/>
            <a:r>
              <a:t>Try extending this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